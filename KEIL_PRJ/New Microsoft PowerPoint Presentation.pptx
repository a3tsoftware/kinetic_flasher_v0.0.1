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A3T\Mahindra%20SPD%20Module\PIN%20MAPPING%20PIC32_SP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dirty="0"/>
              <a:t>Frequency vs 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Sheet1!$D$58</c:f>
              <c:strCache>
                <c:ptCount val="1"/>
                <c:pt idx="0">
                  <c:v>Frequency (kHz)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(Sheet1!$E$59,Sheet1!$E$60,Sheet1!$E$61,Sheet1!$E$62)</c:f>
              <c:numCache>
                <c:formatCode>General</c:formatCode>
                <c:ptCount val="4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</c:numCache>
            </c:numRef>
          </c:cat>
          <c:val>
            <c:numRef>
              <c:f>Sheet1!$D$59:$D$62</c:f>
              <c:numCache>
                <c:formatCode>General</c:formatCode>
                <c:ptCount val="4"/>
                <c:pt idx="0">
                  <c:v>201</c:v>
                </c:pt>
                <c:pt idx="1">
                  <c:v>170</c:v>
                </c:pt>
                <c:pt idx="2">
                  <c:v>32</c:v>
                </c:pt>
                <c:pt idx="3">
                  <c:v>1.2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FD7-466A-AB67-800E313E08A8}"/>
            </c:ext>
          </c:extLst>
        </c:ser>
        <c:ser>
          <c:idx val="1"/>
          <c:order val="1"/>
          <c:tx>
            <c:strRef>
              <c:f>Sheet1!$E$58</c:f>
              <c:strCache>
                <c:ptCount val="1"/>
                <c:pt idx="0">
                  <c:v>Time(s)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(Sheet1!$E$59,Sheet1!$E$60,Sheet1!$E$61,Sheet1!$E$62)</c:f>
              <c:numCache>
                <c:formatCode>General</c:formatCode>
                <c:ptCount val="4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</c:numCache>
            </c:numRef>
          </c:cat>
          <c:val>
            <c:numRef>
              <c:f>Sheet1!$E$59:$E$62</c:f>
              <c:numCache>
                <c:formatCode>General</c:formatCode>
                <c:ptCount val="4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FD7-466A-AB67-800E313E08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3087024"/>
        <c:axId val="423090632"/>
      </c:lineChart>
      <c:catAx>
        <c:axId val="4230870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3090632"/>
        <c:crosses val="autoZero"/>
        <c:auto val="1"/>
        <c:lblAlgn val="ctr"/>
        <c:lblOffset val="100"/>
        <c:noMultiLvlLbl val="0"/>
      </c:catAx>
      <c:valAx>
        <c:axId val="4230906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3087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8FDFD-2904-4CD1-A8D0-3BBE7C430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41D06C-8DF1-4C23-A718-497531051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56F7B-C6F6-4CF9-8654-1B6AEBCE9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4A5A-5B39-4CE4-B4EC-4453B681D58B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999FE-4EE2-4449-9074-9AB99B37E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DABDA-DC9E-46BD-B3AE-A3C909619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EEF3-1317-4A40-B1F9-FE0DD89C9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225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A5B35-76E9-4CD2-8918-653A59EFB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E48A9-E5AB-431B-BC9B-5E86DA113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D7AA7-25FD-44F8-99CE-F60010CC1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4A5A-5B39-4CE4-B4EC-4453B681D58B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3B86D-7CBB-4C8A-8067-7A56BEDAA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1ABC9-9839-435A-AABE-94DA1E293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EEF3-1317-4A40-B1F9-FE0DD89C9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220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693DF-285E-4640-804C-FF0809550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60DA4-6937-4DEB-9B00-062FF9F2A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5FE48-29E6-4A5E-9656-A47F4B47E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4A5A-5B39-4CE4-B4EC-4453B681D58B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062CE-0057-414B-AF27-FC1219678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6F471-FE37-49A9-BE3D-CA5AD5DD8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EEF3-1317-4A40-B1F9-FE0DD89C9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701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D8C19-2A3B-41FD-BE82-B07A4ECE2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7333C-9A1B-4403-8A7E-65F2AE5061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7FF3CD-046A-4152-8B67-0D89AB0A08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E47D1-8E3E-48A7-BEBF-456D3D27D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4A5A-5B39-4CE4-B4EC-4453B681D58B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07ACB-487A-48BE-8F64-7FDE0A9B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AC6003-E25C-46D1-9238-805E14A1A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EEF3-1317-4A40-B1F9-FE0DD89C9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125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DB91F-C649-4CA4-AFC2-CDEBF0B97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6B7DE-C8C7-4BA3-8922-BEE788C2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94A70C-84DA-4BC9-B793-B9DBF0391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8EFD2D-023D-4896-8706-98AA676782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578894-C352-4772-B10F-740A5F5A45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34786E-0273-4B8E-B6D1-2AD1C0612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4A5A-5B39-4CE4-B4EC-4453B681D58B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EE6123-2E18-4146-914A-04C22AEA2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88C9C1-C6BB-46DF-B72C-8DC7FA71D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EEF3-1317-4A40-B1F9-FE0DD89C9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612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8539A-4A33-4E49-902B-080B28DBA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153AEF-E261-4165-9B47-9BCDE5C2C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4A5A-5B39-4CE4-B4EC-4453B681D58B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92F100-C916-4FC0-8002-C9AF5772F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F4E7AC-25B4-4C7E-81E1-CBD3734C5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EEF3-1317-4A40-B1F9-FE0DD89C9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638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F8F9F9-F93D-498B-A527-B535A9169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4A5A-5B39-4CE4-B4EC-4453B681D58B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94D74A-486C-480F-8E61-663CF8D5B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87138-2008-4284-8EF2-9F28F956D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EEF3-1317-4A40-B1F9-FE0DD89C9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975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8A0F1-9D2D-40E0-B518-5CB5B962C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8357A-C723-444E-BC07-0907D0A91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59A72-C5E0-48F5-A833-E265194E8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A69AF6-3B8C-4084-93E1-2C755E10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4A5A-5B39-4CE4-B4EC-4453B681D58B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0D1C50-546F-47A3-97D4-3495BD4A3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C616E-80DE-490D-B41C-504A87851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EEF3-1317-4A40-B1F9-FE0DD89C9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65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9E15D-F151-45AB-A085-CF1524986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1E40A1-E8ED-4898-9DA5-90EDEFE039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F8C181-0976-48F5-99EC-5D22B965B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2A5084-C1CB-4C01-9B53-45CAA7EBE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4A5A-5B39-4CE4-B4EC-4453B681D58B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46E5B-A1D6-4518-B6A8-1384650B2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EFADA-3210-4319-9A7D-650BADA93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EEF3-1317-4A40-B1F9-FE0DD89C9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75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22393-4B63-4A6B-8A7B-675E79F22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F14CEC-379A-4CE9-8FA2-B62F39383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A7AF0-9A3D-4DCF-9437-52D36DB47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4A5A-5B39-4CE4-B4EC-4453B681D58B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A1BB8-8089-40F6-9AE2-367C0A151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C6651-A55B-4CF0-A1C8-BDF8374F1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EEF3-1317-4A40-B1F9-FE0DD89C9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26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6A8999-5014-4A67-8946-3E6288B6F2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3D732B-FF24-47C6-BC6D-610DFFFAF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CACD6-CC14-4F9D-91CA-945F8CD54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4A5A-5B39-4CE4-B4EC-4453B681D58B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5D331-AC39-41E9-B380-D5F24DB4C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2B9E4-53C4-4030-BEB7-7C5D6AAF2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EEF3-1317-4A40-B1F9-FE0DD89C9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19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F2C7C6-21CA-41D7-AA59-F84F1CB30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AADA2-4A23-4D58-860A-25D851FA0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D3409-3B0C-4973-A5F5-AB3546C48D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64A5A-5B39-4CE4-B4EC-4453B681D58B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41D95-3613-4A95-97B0-68E33039A1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C37C9-F034-48F6-8BE0-170CEDDD3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9EEF3-1317-4A40-B1F9-FE0DD89C9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86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7F4F836-BFE4-45EF-8903-B6BA692DE0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3878701"/>
              </p:ext>
            </p:extLst>
          </p:nvPr>
        </p:nvGraphicFramePr>
        <p:xfrm>
          <a:off x="600076" y="1313197"/>
          <a:ext cx="7343488" cy="48637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137C8B2-6577-47B5-A426-8C49763D0068}"/>
              </a:ext>
            </a:extLst>
          </p:cNvPr>
          <p:cNvSpPr/>
          <p:nvPr/>
        </p:nvSpPr>
        <p:spPr>
          <a:xfrm>
            <a:off x="300038" y="1014413"/>
            <a:ext cx="8072437" cy="565785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A7D5A0A-6044-4696-8D6F-A16C90730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1238"/>
              </p:ext>
            </p:extLst>
          </p:nvPr>
        </p:nvGraphicFramePr>
        <p:xfrm>
          <a:off x="8951912" y="2802105"/>
          <a:ext cx="2640012" cy="1885950"/>
        </p:xfrm>
        <a:graphic>
          <a:graphicData uri="http://schemas.openxmlformats.org/drawingml/2006/table">
            <a:tbl>
              <a:tblPr/>
              <a:tblGrid>
                <a:gridCol w="1416165">
                  <a:extLst>
                    <a:ext uri="{9D8B030D-6E8A-4147-A177-3AD203B41FA5}">
                      <a16:colId xmlns:a16="http://schemas.microsoft.com/office/drawing/2014/main" val="3393070089"/>
                    </a:ext>
                  </a:extLst>
                </a:gridCol>
                <a:gridCol w="1223847">
                  <a:extLst>
                    <a:ext uri="{9D8B030D-6E8A-4147-A177-3AD203B41FA5}">
                      <a16:colId xmlns:a16="http://schemas.microsoft.com/office/drawing/2014/main" val="3706434280"/>
                    </a:ext>
                  </a:extLst>
                </a:gridCol>
              </a:tblGrid>
              <a:tr h="3882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Frequency (kHz)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Time(s)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8264554"/>
                  </a:ext>
                </a:extLst>
              </a:tr>
              <a:tr h="3697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3846475"/>
                  </a:ext>
                </a:extLst>
              </a:tr>
              <a:tr h="3697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805319"/>
                  </a:ext>
                </a:extLst>
              </a:tr>
              <a:tr h="3697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6279112"/>
                  </a:ext>
                </a:extLst>
              </a:tr>
              <a:tr h="3882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8271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3255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19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</cp:revision>
  <dcterms:created xsi:type="dcterms:W3CDTF">2024-05-22T11:55:45Z</dcterms:created>
  <dcterms:modified xsi:type="dcterms:W3CDTF">2024-05-22T12:11:14Z</dcterms:modified>
</cp:coreProperties>
</file>